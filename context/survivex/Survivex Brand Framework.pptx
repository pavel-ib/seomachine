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5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SURVIVEX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C0392B"/>
                </a:solidFill>
                <a:latin typeface="Calibri"/>
              </a:defRPr>
            </a:pPr>
            <a:r>
              <a:t>BRAND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Prepared. Organized. Life-saving.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1">
                <a:solidFill>
                  <a:srgbClr val="4A4A4A"/>
                </a:solidFill>
                <a:latin typeface="Calibri"/>
              </a:defRPr>
            </a:pPr>
            <a:r>
              <a:t>The confidence to act when it matters most.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  <a:latin typeface="Calibri"/>
              </a:defRPr>
            </a:pPr>
            <a:r>
              <a:t>A strategic framework for scaling SurviveX across three niches with one cohesive brand.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0392B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SurviveX is expanding from outdoor first aid into trauma/tactical and survival.</a:t>
            </a:r>
            <a:br/>
            <a:r>
              <a:t>How do we enter three niches without fragmenting the brand?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926080"/>
            <a:ext cx="4754880" cy="32004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310896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Calibri"/>
              </a:defRPr>
            </a:pPr>
            <a:r>
              <a:t>ON AMAZON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defRPr sz="800" b="0" i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spcAft>
                <a:spcPts val="300"/>
              </a:spcAft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✓  You compete on keywords within niches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✓  Product-market fit is what matters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✓  Customers find you by search, not brand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✓  Multiple niches = more keyword coverage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spcAft>
                <a:spcPts val="300"/>
              </a:spcAft>
              <a:defRPr sz="1400" b="1" i="0">
                <a:solidFill>
                  <a:srgbClr val="4A4A4A"/>
                </a:solidFill>
                <a:latin typeface="Calibri"/>
              </a:defRPr>
            </a:pPr>
            <a:r>
              <a:t>Brands like Everlit and Rhino Rescue span 3+ niches on Amazon successfully.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926080"/>
            <a:ext cx="4754880" cy="3383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310896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  <a:latin typeface="Calibri"/>
              </a:defRPr>
            </a:pPr>
            <a:r>
              <a:t>ON YOUR WEBSITE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defRPr sz="800" b="0" i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spcAft>
                <a:spcPts val="300"/>
              </a:spcAft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✓  YOU are the store — everything must feel cohesive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✓  Voice, look, and mission must be unified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✓  Customers experience the entire brand at once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✓  Fragmented = confusing = lost trust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spcAft>
                <a:spcPts val="300"/>
              </a:spcAft>
              <a:defRPr sz="1400" b="1" i="0">
                <a:solidFill>
                  <a:srgbClr val="4A4A4A"/>
                </a:solidFill>
                <a:latin typeface="Calibri"/>
              </a:defRPr>
            </a:pPr>
            <a:r>
              <a:t>Everlit &amp; Rhino have almost no DTC presence. Amazon-only brands don't translate.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0392B"/>
                </a:solidFill>
                <a:latin typeface="Calibri"/>
              </a:defRPr>
            </a:pPr>
            <a:r>
              <a:t>BRANDS THAT SOLVED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4A4A"/>
                </a:solidFill>
                <a:latin typeface="Calibri"/>
              </a:defRPr>
            </a:pPr>
            <a:r>
              <a:t>Successful multi-niche brands don't unify through product uniformity — they unify through frameworks and identity.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73152" cy="1188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UNCHARTED SUPPLY 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97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Calibri"/>
              </a:defRPr>
            </a:pPr>
            <a:r>
              <a:t>Survival · First Aid · Auto · Outdoor · Power · Knives · Apparel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2860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"Four Pillars" framework ties everything together.</a:t>
            </a:r>
            <a:br/>
            <a:r>
              <a:t>Premium lifestyle positioning. Raised Series A.</a:t>
            </a:r>
            <a:br/>
            <a:r>
              <a:t>Hired ex-GoPro CMO. YETI collaboration.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228600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9C12"/>
                </a:solidFill>
                <a:latin typeface="Calibri"/>
              </a:defRPr>
            </a:pPr>
            <a:r>
              <a:t>Framework-driven</a:t>
            </a:r>
            <a:br/>
            <a:r>
              <a:t>brand identity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749039"/>
            <a:ext cx="73152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37490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MYMEDIC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1605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Calibri"/>
              </a:defRPr>
            </a:pPr>
            <a:r>
              <a:t>Outdoor · Trauma · Range · Vehicle · Pet · Kid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749039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Medical authority + "Saves &amp; Stories."</a:t>
            </a:r>
            <a:br/>
            <a:r>
              <a:t>Built in USA, lifetime guarantee.</a:t>
            </a:r>
            <a:br/>
            <a:r>
              <a:t>124 blog articles driving SEO.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749039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Credibility-first</a:t>
            </a:r>
            <a:br/>
            <a:r>
              <a:t>approach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212080"/>
            <a:ext cx="73152" cy="1188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NORTH AMERICAN RESCUE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623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Calibri"/>
              </a:defRPr>
            </a:pPr>
            <a:r>
              <a:t>Trauma · Tactical · Military · EMS · Civilian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21208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Quality standard IS the brand identity.</a:t>
            </a:r>
            <a:br/>
            <a:r>
              <a:t>If NAR makes it, it's medical-grade.</a:t>
            </a:r>
            <a:br/>
            <a:r>
              <a:t>Institutional trust.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521208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80B9"/>
                </a:solidFill>
                <a:latin typeface="Calibri"/>
              </a:defRPr>
            </a:pPr>
            <a:r>
              <a:t>Quality as</a:t>
            </a:r>
            <a:br/>
            <a:r>
              <a:t>brand promise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0392B"/>
                </a:solidFill>
                <a:latin typeface="Calibri"/>
              </a:defRPr>
            </a:pPr>
            <a:r>
              <a:t>THE SURVIVEX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Protector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4A4A"/>
                </a:solidFill>
                <a:latin typeface="Calibri"/>
              </a:defRPr>
            </a:pPr>
            <a:r>
              <a:t>He's not a prepper. He's not a tactical operator. He's the everyday person who steps</a:t>
            </a:r>
            <a:br/>
            <a:r>
              <a:t>forward when something goes wrong — while everyone else remains a bystander.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73152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32004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t>WHO HE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2004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80% male, 28-45. Drives a 4Runner. Has a family.</a:t>
            </a:r>
            <a:br/>
            <a:r>
              <a:t>Takes his role as provider and protector seriously.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069080"/>
            <a:ext cx="73152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4069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t>WHAT HE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0690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Preparedness, quality, organization. Not paranoid —</a:t>
            </a:r>
            <a:br/>
            <a:r>
              <a:t>responsible. He wants everything just right.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937760"/>
            <a:ext cx="73152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4937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HIS ASPIRATION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937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To be the hero. The person who helps at the car accident,</a:t>
            </a:r>
            <a:br/>
            <a:r>
              <a:t>on the trail, in the emergency. He's preparing for that moment.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806440"/>
            <a:ext cx="73152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5806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Calibri"/>
              </a:defRPr>
            </a:pPr>
            <a:r>
              <a:t>HIS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806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He wants to be ready but he's not an expert. His hands will</a:t>
            </a:r>
            <a:br/>
            <a:r>
              <a:t>shake. He needs gear that does the thinking for him.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0392B"/>
                </a:solidFill>
                <a:latin typeface="Calibri"/>
              </a:defRPr>
            </a:pPr>
            <a:r>
              <a:t>BRAND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"Organization Under Pressure"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C0392B"/>
                </a:solidFill>
                <a:latin typeface="Calibri"/>
              </a:defRPr>
            </a:pPr>
            <a:r>
              <a:t>Prepared. Organized. Life-saving.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4A4A4A"/>
                </a:solidFill>
                <a:latin typeface="Calibri"/>
              </a:defRPr>
            </a:pPr>
            <a:r>
              <a:t>The confidence to act when it matters most.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069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A4A4A"/>
                </a:solidFill>
                <a:latin typeface="Calibri"/>
              </a:defRPr>
            </a:pPr>
            <a:r>
              <a:rPr dirty="0"/>
              <a:t>SurviveX exists for the person who steps forward when everyone else stands still.</a:t>
            </a:r>
            <a:br>
              <a:rPr dirty="0"/>
            </a:br>
            <a:r>
              <a:rPr dirty="0"/>
              <a:t>We build premium, obsessively organized gear — and back it with training and community —</a:t>
            </a:r>
            <a:br>
              <a:rPr dirty="0"/>
            </a:br>
            <a:r>
              <a:rPr dirty="0"/>
              <a:t>so that when the moment comes, our customer doesn't fumble. They act.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486400"/>
            <a:ext cx="3200400" cy="1097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5486400"/>
            <a:ext cx="32004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623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Calibri"/>
              </a:defRPr>
            </a:pPr>
            <a:r>
              <a:t>THE KITS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943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Color-coded, logically organized.</a:t>
            </a:r>
            <a:br/>
            <a:r>
              <a:t>Open it and know what to reach for —</a:t>
            </a:r>
            <a:br/>
            <a:r>
              <a:t>even when your hands are shaking.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5486400"/>
            <a:ext cx="3200400" cy="1097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0" y="5486400"/>
            <a:ext cx="320040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5623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Calibri"/>
              </a:defRPr>
            </a:pPr>
            <a:r>
              <a:t>THE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5943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Complex skills made into clear steps.</a:t>
            </a:r>
            <a:br/>
            <a:r>
              <a:t>The same organizational philosophy</a:t>
            </a:r>
            <a:br/>
            <a:r>
              <a:t>applied to knowledge.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5486400"/>
            <a:ext cx="3200400" cy="1097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5486400"/>
            <a:ext cx="32004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5623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THE COMMUNITY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5943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Protectors sharing the journey.</a:t>
            </a:r>
            <a:br/>
            <a:r>
              <a:t>Saves, stories, and accountability.</a:t>
            </a:r>
            <a:br/>
            <a:r>
              <a:t>Preparedness as identity.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0392B"/>
                </a:solidFill>
                <a:latin typeface="Calibri"/>
              </a:defRPr>
            </a:pPr>
            <a:r>
              <a:t>THE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4A4A"/>
                </a:solidFill>
                <a:latin typeface="Calibri"/>
              </a:defRPr>
            </a:pPr>
            <a:r>
              <a:t>Four pillars that unify every product, every piece of content, and every customer interaction.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0392B"/>
                </a:solidFill>
                <a:latin typeface="Calibri"/>
              </a:defRPr>
            </a:pPr>
            <a:r>
              <a:t>EQUIP   →   TRAIN   →   UNITE   →   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34640"/>
            <a:ext cx="2651760" cy="3749039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26517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  <a:latin typeface="Calibri"/>
              </a:defRPr>
            </a:pPr>
            <a:r>
              <a:t>EQUIP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4A4A"/>
                </a:solidFill>
                <a:latin typeface="Calibri"/>
              </a:defRPr>
            </a:pPr>
            <a:r>
              <a:t>Premium, Organized Gear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"The right tools, exactly where you need them."</a:t>
            </a:r>
            <a:br/>
            <a:br/>
            <a:r>
              <a:t>Color-coded, obsessively organized kits across</a:t>
            </a:r>
            <a:br/>
            <a:r>
              <a:t>outdoor, trauma, and survival. Every kit delivers</a:t>
            </a:r>
            <a:br/>
            <a:r>
              <a:t>the same promise: clarity when seconds count.</a:t>
            </a:r>
            <a:br/>
            <a:br/>
            <a:r>
              <a:t>The kit does the thinking so the</a:t>
            </a:r>
            <a:br/>
            <a:r>
              <a:t>Protector can do the doing.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39" y="2834640"/>
            <a:ext cx="2651760" cy="3749039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39" y="2834640"/>
            <a:ext cx="2651760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49039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Calibri"/>
              </a:defRPr>
            </a:pPr>
            <a:r>
              <a:t>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4A4A"/>
                </a:solidFill>
                <a:latin typeface="Calibri"/>
              </a:defRPr>
            </a:pPr>
            <a:r>
              <a:t>Courses &amp; Education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8404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"From bystander to first responder."</a:t>
            </a:r>
            <a:br/>
            <a:br/>
            <a:r>
              <a:t>MARCH course with Chase Carter (EMT-P).</a:t>
            </a:r>
            <a:br/>
            <a:r>
              <a:t>Blog content. Video guides. In-kit training cards.</a:t>
            </a:r>
            <a:br/>
            <a:br/>
            <a:r>
              <a:t>Complex skills organized into clear, structured</a:t>
            </a:r>
            <a:br/>
            <a:r>
              <a:t>steps. The same philosophy that organizes our</a:t>
            </a:r>
            <a:br/>
            <a:r>
              <a:t>kits, applied to knowledge.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834640"/>
            <a:ext cx="2651760" cy="3749039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2834640"/>
            <a:ext cx="2651760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alibri"/>
              </a:defRPr>
            </a:pPr>
            <a:r>
              <a:t>UNITE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4A4A"/>
                </a:solidFill>
                <a:latin typeface="Calibri"/>
              </a:defRPr>
            </a:pPr>
            <a:r>
              <a:t>Community &amp; 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8404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"Protectors don't stand alone."</a:t>
            </a:r>
            <a:br/>
            <a:br/>
            <a:r>
              <a:t>Membership, saves &amp; stories, shared learning.</a:t>
            </a:r>
            <a:br/>
            <a:r>
              <a:t>A community of people who refuse to be</a:t>
            </a:r>
            <a:br/>
            <a:r>
              <a:t>bystanders — learning together, holding each</a:t>
            </a:r>
            <a:br/>
            <a:r>
              <a:t>other accountable, sharing the journey.</a:t>
            </a:r>
            <a:br/>
            <a:br/>
            <a:r>
              <a:t>The brand becomes a movement.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59" y="2834640"/>
            <a:ext cx="2651760" cy="3749039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81159" y="2834640"/>
            <a:ext cx="2651760" cy="6400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59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980B9"/>
                </a:solidFill>
                <a:latin typeface="Calibri"/>
              </a:defRPr>
            </a:pPr>
            <a:r>
              <a:t>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59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4A4A"/>
                </a:solidFill>
                <a:latin typeface="Calibri"/>
              </a:defRPr>
            </a:pPr>
            <a:r>
              <a:t>The Moment of Truth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38404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"Be the one who steps forward."</a:t>
            </a:r>
            <a:br/>
            <a:br/>
            <a:r>
              <a:t>This is why everything exists. The gear is</a:t>
            </a:r>
            <a:br/>
            <a:r>
              <a:t>organized. The skills are learned. The community</a:t>
            </a:r>
            <a:br/>
            <a:r>
              <a:t>has your back. When the moment comes —</a:t>
            </a:r>
            <a:br/>
            <a:r>
              <a:t>the car accident, the trail injury, the emergency</a:t>
            </a:r>
            <a:br/>
            <a:r>
              <a:t>— the SurviveX Protector acts.</a:t>
            </a:r>
            <a:br/>
            <a:br/>
            <a:r>
              <a:t>Everyone else is a bystander. You're not.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0392B"/>
                </a:solidFill>
                <a:latin typeface="Calibri"/>
              </a:defRPr>
            </a:pPr>
            <a:r>
              <a:t>BRAND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4A4A"/>
                </a:solidFill>
                <a:latin typeface="Calibri"/>
              </a:defRPr>
            </a:pPr>
            <a:r>
              <a:t>How SurviveX sounds — consistent across every touchpoint, every niche, every channel.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22860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ATTRIBUTE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2011680"/>
            <a:ext cx="3931920" cy="457200"/>
          </a:xfrm>
          <a:prstGeom prst="rect">
            <a:avLst/>
          </a:prstGeom>
          <a:solidFill>
            <a:srgbClr val="1E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0" y="20116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SURVIVEX IS ✓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011680"/>
            <a:ext cx="3931920" cy="457200"/>
          </a:xfrm>
          <a:prstGeom prst="rect">
            <a:avLst/>
          </a:prstGeom>
          <a:solidFill>
            <a:srgbClr val="962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0" y="20116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SURVIVEX IS NOT 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606040"/>
            <a:ext cx="2286000" cy="685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40" y="2606040"/>
            <a:ext cx="3931920" cy="685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0" y="2606040"/>
            <a:ext cx="3931920" cy="685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26060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t>Tone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0604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Calm, confident, direct. A friend who</a:t>
            </a:r>
            <a:br/>
            <a:r>
              <a:t>happens to be an EMT.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60604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Panicky, preachy, fear-mongering,</a:t>
            </a:r>
            <a:br/>
            <a:r>
              <a:t>or 'tacticool.'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383280"/>
            <a:ext cx="228600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91840" y="3383280"/>
            <a:ext cx="393192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0" y="3383280"/>
            <a:ext cx="393192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338328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t>Expertise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3832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Practical, earned, expert-backed.</a:t>
            </a:r>
            <a:br/>
            <a:r>
              <a:t>We've done the research for you.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3832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Academic, gatekeeping, jargon-heavy.</a:t>
            </a:r>
            <a:br/>
            <a:r>
              <a:t>Never making the customer feel stupid.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160520"/>
            <a:ext cx="2286000" cy="685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91840" y="4160520"/>
            <a:ext cx="3931920" cy="685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0" y="4160520"/>
            <a:ext cx="3931920" cy="685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7280" y="416052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16052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Responsibility, love, quiet confidence.</a:t>
            </a:r>
            <a:br/>
            <a:r>
              <a:t>He prepares because he cares.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16052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Fear, paranoia, doomsday thinking.</a:t>
            </a:r>
            <a:br/>
            <a:r>
              <a:t>We're not selling bunkers.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937760"/>
            <a:ext cx="228600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91840" y="4937760"/>
            <a:ext cx="393192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0" y="4937760"/>
            <a:ext cx="393192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7280" y="493776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t>Customer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493776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 capable adult building a skill set.</a:t>
            </a:r>
            <a:br/>
            <a:r>
              <a:t>Someone we respect and want to equip.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93776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A helpless person who needs saving.</a:t>
            </a:r>
            <a:br/>
            <a:r>
              <a:t>We never talk down.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5715000"/>
            <a:ext cx="2286000" cy="685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91840" y="5715000"/>
            <a:ext cx="3931920" cy="685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315200" y="5715000"/>
            <a:ext cx="3931920" cy="685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97280" y="57150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t>Complexity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571500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We simplify without dumbing down.</a:t>
            </a:r>
            <a:br/>
            <a:r>
              <a:t>Organization in products AND words.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571500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Oversimplified clickbait or overwhelming</a:t>
            </a:r>
            <a:br/>
            <a:r>
              <a:t>walls of medical 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0392B"/>
                </a:solidFill>
                <a:latin typeface="Calibri"/>
              </a:defRPr>
            </a:pPr>
            <a:r>
              <a:t>VOICE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Calibri"/>
              </a:defRPr>
            </a:pPr>
            <a:r>
              <a:t>Product Description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554480"/>
            <a:ext cx="4114800" cy="1097280"/>
          </a:xfrm>
          <a:prstGeom prst="rect">
            <a:avLst/>
          </a:prstGeom>
          <a:solidFill>
            <a:srgbClr val="15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0" y="164592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✅  Every compartment is color-coded and labeled so</a:t>
            </a:r>
            <a:br/>
            <a:r>
              <a:t>you reach for the right thing — even when your</a:t>
            </a:r>
            <a:br/>
            <a:r>
              <a:t>hands are shaking.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554480"/>
            <a:ext cx="4114800" cy="1097280"/>
          </a:xfrm>
          <a:prstGeom prst="rect">
            <a:avLst/>
          </a:prstGeom>
          <a:solidFill>
            <a:srgbClr val="4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0" y="164592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❌  MILITARY-GRADE tactical first aid kit with MOLLE</a:t>
            </a:r>
            <a:br/>
            <a:r>
              <a:t>webbing for OPERATORS who demand the BEST.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Calibri"/>
              </a:defRPr>
            </a:pPr>
            <a:r>
              <a:t>Blog Intro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834639"/>
            <a:ext cx="4114800" cy="1097280"/>
          </a:xfrm>
          <a:prstGeom prst="rect">
            <a:avLst/>
          </a:prstGeom>
          <a:solidFill>
            <a:srgbClr val="15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2926079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✅  Most people have a first aid kit somewhere.</a:t>
            </a:r>
            <a:br/>
            <a:r>
              <a:t>Fewer know how to use what's inside.</a:t>
            </a:r>
            <a:br/>
            <a:r>
              <a:t>Here's how to change that.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834639"/>
            <a:ext cx="4114800" cy="1097280"/>
          </a:xfrm>
          <a:prstGeom prst="rect">
            <a:avLst/>
          </a:prstGeom>
          <a:solidFill>
            <a:srgbClr val="4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0" y="2926079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❌  In today's DANGEROUS world, you NEED to be</a:t>
            </a:r>
            <a:br/>
            <a:r>
              <a:t>prepared for ANYTHING. Are YOU ready?!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Calibri"/>
              </a:defRPr>
            </a:pPr>
            <a:r>
              <a:t>Course Promo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4114800"/>
            <a:ext cx="4114800" cy="1097280"/>
          </a:xfrm>
          <a:prstGeom prst="rect">
            <a:avLst/>
          </a:prstGeom>
          <a:solidFill>
            <a:srgbClr val="15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0" y="420624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✅  Chase Carter has responded to hundreds of</a:t>
            </a:r>
            <a:br/>
            <a:r>
              <a:t>emergencies as a paramedic. He designed this course</a:t>
            </a:r>
            <a:br/>
            <a:r>
              <a:t>so you'll know what to do in your first 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4114800"/>
            <a:ext cx="4114800" cy="1097280"/>
          </a:xfrm>
          <a:prstGeom prst="rect">
            <a:avLst/>
          </a:prstGeom>
          <a:solidFill>
            <a:srgbClr val="4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❌  Learn from an ELITE first responder! This course</a:t>
            </a:r>
            <a:br/>
            <a:r>
              <a:t>will turn you into a TACTICAL MEDIC!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5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Calibri"/>
              </a:defRPr>
            </a:pPr>
            <a:r>
              <a:t>Email Subject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5394959"/>
            <a:ext cx="4114800" cy="1097280"/>
          </a:xfrm>
          <a:prstGeom prst="rect">
            <a:avLst/>
          </a:prstGeom>
          <a:solidFill>
            <a:srgbClr val="15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83280" y="5486399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✅  What's actually inside your first aid kit</a:t>
            </a:r>
            <a:br/>
            <a:r>
              <a:t>(and what's missing)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5394959"/>
            <a:ext cx="4114800" cy="1097280"/>
          </a:xfrm>
          <a:prstGeom prst="rect">
            <a:avLst/>
          </a:prstGeom>
          <a:solidFill>
            <a:srgbClr val="4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0" y="5486399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❌  ⚠️ URGENT: Are you PREPARED for</a:t>
            </a:r>
            <a:br/>
            <a:r>
              <a:t>disaster?? ⚠️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0392B"/>
                </a:solidFill>
                <a:latin typeface="Calibri"/>
              </a:defRPr>
            </a:pPr>
            <a:r>
              <a:t>THREE NICHES, ONE BRAND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4A4A"/>
                </a:solidFill>
                <a:latin typeface="Calibri"/>
              </a:defRPr>
            </a:pPr>
            <a:r>
              <a:t>Same Protector. Different moment. One promise: organization under pressure.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3474720" cy="2926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34747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Calibri"/>
              </a:defRPr>
            </a:pPr>
            <a:r>
              <a:t>🏕  OUTDOOR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· Trail injury, campsite emergency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· Family camping, hiking, backpacking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· Competes with: AMK, Surviveware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· Approachable, family-friendly feel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· "What to pack for a family hike"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011680"/>
            <a:ext cx="3474720" cy="2926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2011680"/>
            <a:ext cx="347472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Calibri"/>
              </a:defRPr>
            </a:pPr>
            <a:r>
              <a:t>🩸  TRAUMA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7432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· Severe bleeding, car accident, range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· Tactical buyers + prepared civilians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· Competes with: NAR, Dark Angel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· Tactical aesthetic, MOLLE-compatible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· "MARCH framework for trauma"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59" y="2011680"/>
            <a:ext cx="3474720" cy="2926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59" y="2011680"/>
            <a:ext cx="34747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9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⚡  SURVIVAL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9" y="27432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· Natural disaster, off-grid, extended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· Home preparedness, vehicle, bug-out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· Competes with: Everlit, ReadyWise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· Rugged, modular, weather-resistant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· "72-hour preparedness checklist"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212080"/>
            <a:ext cx="10881360" cy="12801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5212080"/>
            <a:ext cx="1088136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392B"/>
                </a:solidFill>
                <a:latin typeface="Calibri"/>
              </a:defRPr>
            </a:pPr>
            <a:r>
              <a:t>WHAT'S ALWAYS THE SAME: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06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SurviveX logo  ·  Color-coded internal organization  ·  Premium materials  ·  Expert-selected components  ·  Calm, authoritative voice  ·  "Prepared. Organized. Life-saving."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392B"/>
                </a:solidFill>
                <a:latin typeface="Calibri"/>
              </a:defRPr>
            </a:pPr>
            <a:r>
              <a:t>COHESION THROUGH FRAMEWORK, NOT UNIFORMITY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058400" cy="2468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Calibri"/>
              </a:defRPr>
            </a:pPr>
            <a:r>
              <a:rPr dirty="0"/>
              <a:t>Think Toyota.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defRPr sz="800" b="0" i="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 algn="l">
              <a:spcBef>
                <a:spcPts val="600"/>
              </a:spcBef>
              <a:spcAft>
                <a:spcPts val="300"/>
              </a:spcAft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rPr dirty="0"/>
              <a:t>A Tacoma and a 4Runner share ~70-80% DNA — same quality, same reliability, same badge on the front. But a Tacoma looks like a truck and a 4Runner looks like an SUV, because they compete in different segments against different vehicles.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defRPr sz="800" b="0" i="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 algn="l">
              <a:spcBef>
                <a:spcPts val="600"/>
              </a:spcBef>
              <a:spcAft>
                <a:spcPts val="300"/>
              </a:spcAft>
              <a:defRPr sz="1600" b="1" i="0">
                <a:solidFill>
                  <a:srgbClr val="4A4A4A"/>
                </a:solidFill>
                <a:latin typeface="Calibri"/>
              </a:defRPr>
            </a:pPr>
            <a:r>
              <a:rPr dirty="0"/>
              <a:t>Nobody would ask Toyota to make the Tacoma look like the 4Runner. The brand promise is what unifies them — not the sheet metal.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4846320" cy="2286000"/>
          </a:xfrm>
          <a:prstGeom prst="rect">
            <a:avLst/>
          </a:prstGeom>
          <a:solidFill>
            <a:srgbClr val="15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48056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SHARED 70-80% — Brand Layer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✓  SurviveX logo placement and sizing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✓  Color-coded internal organization system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✓  Premium materials and construction quality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✓  Unboxing experience and training cards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✓  "Open it and know what to grab" promise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4297680"/>
            <a:ext cx="4846320" cy="2286000"/>
          </a:xfrm>
          <a:prstGeom prst="rect">
            <a:avLst/>
          </a:prstGeom>
          <a:solidFill>
            <a:srgbClr val="3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448056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ADAPTED 20-30% — Market Layer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→  External color palette and aesthetic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→  Case/bag style and form factor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→  Photography and listing style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→  Category-specific visual language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→  Competing credibly in each segment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0392B"/>
                </a:solidFill>
                <a:latin typeface="Calibri"/>
              </a:defRPr>
            </a:pPr>
            <a:r>
              <a:t>COMPETITIVE WHITE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4A4A"/>
                </a:solidFill>
                <a:latin typeface="Calibri"/>
              </a:defRPr>
            </a:pPr>
            <a:r>
              <a:t>Every major competitor owns a position. Nobody owns "organization under pressure."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03120"/>
            <a:ext cx="73152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1031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⚡  SURVIVAL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1031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Medical credibility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"Built in USA, lifetime guarantee, saves lives"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880360"/>
            <a:ext cx="73152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28803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⚡  SURVIVAL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803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Tactical 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803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"If NAR makes it, it's medical-grade"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73152" cy="5943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36576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⚡  SURVIVAL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6576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80B9"/>
                </a:solidFill>
                <a:latin typeface="Calibri"/>
              </a:defRPr>
            </a:pPr>
            <a:r>
              <a:t>Premium lifestyle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576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"Preparedness as identity and adventure"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434840"/>
            <a:ext cx="73152" cy="59436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44348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⚡  SURVIVAL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4348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4A4A"/>
                </a:solidFill>
                <a:latin typeface="Calibri"/>
              </a:defRPr>
            </a:pPr>
            <a:r>
              <a:t>Amazon keywords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348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"Wide catalog, aggressive pricing, no DTC brand"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303520"/>
            <a:ext cx="10332720" cy="11887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" y="5303520"/>
            <a:ext cx="103327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8872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  <a:latin typeface="Calibri"/>
              </a:defRPr>
            </a:pPr>
            <a:r>
              <a:t>SURVIVEX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Organization under pressure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897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Organized, premium gear + structured training + community — for the everyday Protector. "Prepared. Organized. Life-saving."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0392B"/>
                </a:solidFill>
                <a:latin typeface="Calibri"/>
              </a:defRPr>
            </a:pPr>
            <a:r>
              <a:t>2026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109728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5544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Blog content pipeline (articles #4-10)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Calibri"/>
              </a:defRPr>
            </a:pPr>
            <a:r>
              <a:t>TRAIN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94560"/>
            <a:ext cx="109728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1945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Finalize brand voice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1945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Calibri"/>
              </a:defRPr>
            </a:pPr>
            <a:r>
              <a:t>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834639"/>
            <a:ext cx="109728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834639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834639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Launch trauma/tactical product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834639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39C12"/>
                </a:solidFill>
                <a:latin typeface="Calibri"/>
              </a:defRPr>
            </a:pPr>
            <a:r>
              <a:t>EQUIP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474720"/>
            <a:ext cx="109728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4747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4747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MARCH course completion (Chase Carter)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4747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39C12"/>
                </a:solidFill>
                <a:latin typeface="Calibri"/>
              </a:defRPr>
            </a:pPr>
            <a:r>
              <a:t>TRAIN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114800"/>
            <a:ext cx="109728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1148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Q2-Q3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1148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Website redesign — framework-driven navigation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1148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39C12"/>
                </a:solidFill>
                <a:latin typeface="Calibri"/>
              </a:defRPr>
            </a:pPr>
            <a:r>
              <a:t>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754880"/>
            <a:ext cx="109728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7548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7548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Launch membership + community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7548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  <a:latin typeface="Calibri"/>
              </a:defRPr>
            </a:pPr>
            <a:r>
              <a:t>UNITE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5394959"/>
            <a:ext cx="109728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5394959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394959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Survival product line expansion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5394959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  <a:latin typeface="Calibri"/>
              </a:defRPr>
            </a:pPr>
            <a:r>
              <a:t>EQUIP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6035040"/>
            <a:ext cx="1097280" cy="5029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60350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60350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Saves &amp; Stories campaign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6035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980B9"/>
                </a:solidFill>
                <a:latin typeface="Calibri"/>
              </a:defRPr>
            </a:pPr>
            <a:r>
              <a:t>ACT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0392B"/>
                </a:solidFill>
                <a:latin typeface="Calibri"/>
              </a:defRPr>
            </a:pPr>
            <a:r>
              <a:t>EQUIP  →  TRAIN  →  UNITE  →  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Prepared. Organized. Life-saving.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1">
                <a:solidFill>
                  <a:srgbClr val="4A4A4A"/>
                </a:solidFill>
                <a:latin typeface="Calibri"/>
              </a:defRPr>
            </a:pPr>
            <a:r>
              <a:t>The confidence to act when it matters most.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4A4A"/>
                </a:solidFill>
                <a:latin typeface="Calibri"/>
              </a:defRPr>
            </a:pPr>
            <a:r>
              <a:t>Three niches. One framework. One voice.</a:t>
            </a:r>
            <a:br/>
            <a:r>
              <a:t>One brand built for the person who refuses to be a bystander.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0392B"/>
                </a:solidFill>
                <a:latin typeface="Calibri"/>
              </a:defRPr>
            </a:pPr>
            <a:r>
              <a:t>SURVIVEX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1701</Words>
  <Application>Microsoft Macintosh PowerPoint</Application>
  <PresentationFormat>Widescreen</PresentationFormat>
  <Paragraphs>197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Janco Bronkhorst</cp:lastModifiedBy>
  <cp:revision>2</cp:revision>
  <dcterms:created xsi:type="dcterms:W3CDTF">2013-01-27T09:14:16Z</dcterms:created>
  <dcterms:modified xsi:type="dcterms:W3CDTF">2026-03-12T06:25:22Z</dcterms:modified>
  <cp:category/>
</cp:coreProperties>
</file>